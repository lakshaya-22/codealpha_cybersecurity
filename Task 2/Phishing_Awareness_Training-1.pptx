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B33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1645920"/>
            <a:ext cx="5486400" cy="5486400"/>
          </a:xfrm>
          <a:prstGeom prst="ellipse">
            <a:avLst/>
          </a:prstGeom>
          <a:solidFill>
            <a:srgbClr val="16294A"/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1629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4A300"/>
                </a:solidFill>
              </a:rPr>
              <a:t>⚠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AWARENESS TRAINING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Recognize the bait. Protect yourself. Stop the attack.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4114800"/>
            <a:ext cx="2377440" cy="5029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114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CodeAlpha Cyber Security Internship - Task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Awareness Training  |  CodeAlpha Cyber Security Internship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Phishing?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28016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6583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is a cyberattack where criminals impersonate a trusted source - a bank, company, or colleague - to trick people into revealing sensitive information or installing malware.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3383280" cy="2377440"/>
          </a:xfrm>
          <a:prstGeom prst="rect">
            <a:avLst>
              <a:gd name="adj" fmla="val 3077"/>
            </a:avLst>
          </a:prstGeom>
          <a:solidFill>
            <a:srgbClr val="132540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3566160"/>
            <a:ext cx="548640" cy="548640"/>
          </a:xfrm>
          <a:prstGeom prst="rect">
            <a:avLst>
              <a:gd name="adj" fmla="val 100000"/>
            </a:avLst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251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Steal Credentials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7548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login pages capture usernames &amp; passwords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3291840"/>
            <a:ext cx="3383280" cy="2377440"/>
          </a:xfrm>
          <a:prstGeom prst="rect">
            <a:avLst>
              <a:gd name="adj" fmla="val 3077"/>
            </a:avLst>
          </a:prstGeom>
          <a:solidFill>
            <a:srgbClr val="132540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3566160"/>
            <a:ext cx="548640" cy="548640"/>
          </a:xfrm>
          <a:prstGeom prst="rect">
            <a:avLst>
              <a:gd name="adj" fmla="val 100000"/>
            </a:avLst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4251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Malware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47548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Malicious attachments or links install harmful software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3291840"/>
            <a:ext cx="3383280" cy="2377440"/>
          </a:xfrm>
          <a:prstGeom prst="rect">
            <a:avLst>
              <a:gd name="adj" fmla="val 3077"/>
            </a:avLst>
          </a:prstGeom>
          <a:solidFill>
            <a:srgbClr val="132540"/>
          </a:solidFill>
          <a:ln/>
        </p:spPr>
      </p:sp>
      <p:sp>
        <p:nvSpPr>
          <p:cNvPr id="14" name="Shape 12"/>
          <p:cNvSpPr/>
          <p:nvPr/>
        </p:nvSpPr>
        <p:spPr>
          <a:xfrm>
            <a:off x="8321040" y="3566160"/>
            <a:ext cx="548640" cy="548640"/>
          </a:xfrm>
          <a:prstGeom prst="rect">
            <a:avLst>
              <a:gd name="adj" fmla="val 100000"/>
            </a:avLst>
          </a:prstGeom>
          <a:solidFill>
            <a:srgbClr val="E63946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4251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Fraud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21040" y="47548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Trick victims into wire transfers or payment details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Awareness Training  |  CodeAlpha Cyber Security Internship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Phishing Attack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280160" cy="54864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103120"/>
            <a:ext cx="2606040" cy="3566160"/>
          </a:xfrm>
          <a:prstGeom prst="rect">
            <a:avLst>
              <a:gd name="adj" fmla="val 2807"/>
            </a:avLst>
          </a:prstGeom>
          <a:solidFill>
            <a:srgbClr val="13254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331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3108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Bait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566160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 sends a convincing email, text, or message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154680" y="32918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4A300"/>
                </a:solidFill>
              </a:rPr>
              <a:t>➜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37560" y="2103120"/>
            <a:ext cx="2606040" cy="3566160"/>
          </a:xfrm>
          <a:prstGeom prst="rect">
            <a:avLst>
              <a:gd name="adj" fmla="val 2807"/>
            </a:avLst>
          </a:prstGeom>
          <a:solidFill>
            <a:srgbClr val="16294A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2331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66160" y="3108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Hook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66160" y="3566160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urges urgent action - a link or attachment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0" y="32918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4A300"/>
                </a:solidFill>
              </a:rPr>
              <a:t>➜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126480" y="2103120"/>
            <a:ext cx="2606040" cy="3566160"/>
          </a:xfrm>
          <a:prstGeom prst="rect">
            <a:avLst>
              <a:gd name="adj" fmla="val 2807"/>
            </a:avLst>
          </a:prstGeom>
          <a:solidFill>
            <a:srgbClr val="132540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2331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355080" y="3108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55080" y="3566160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Victim clicks and lands on a fake, look-alike page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732520" y="32918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4A300"/>
                </a:solidFill>
              </a:rPr>
              <a:t>➜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915400" y="2103120"/>
            <a:ext cx="2606040" cy="3566160"/>
          </a:xfrm>
          <a:prstGeom prst="rect">
            <a:avLst>
              <a:gd name="adj" fmla="val 2807"/>
            </a:avLst>
          </a:prstGeom>
          <a:solidFill>
            <a:srgbClr val="16294A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0" y="2331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144000" y="3108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Catch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0" y="3566160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 or data are captured and misused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Awareness Training  |  CodeAlpha Cyber Security Internship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Types of Phishing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28016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965960"/>
            <a:ext cx="109728" cy="914400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20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Phishing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06240" y="19202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 fake emails impersonating banks, companies, or services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109728" cy="914400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063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Spear Phishing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06240" y="30632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targeted attacks aimed at a specific person or org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109728" cy="914400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206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Smishing (SMS)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06240" y="42062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delivered through text messages with malicious links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394960"/>
            <a:ext cx="109728" cy="914400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349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Vishing (Voice)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06240" y="53492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calls impersonating support staff or authorities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Awareness Training  |  CodeAlpha Cyber Security Internship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Flags: How to Spot a Phishing Email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28016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993392"/>
            <a:ext cx="201168" cy="201168"/>
          </a:xfrm>
          <a:prstGeom prst="rect">
            <a:avLst>
              <a:gd name="adj" fmla="val 100000"/>
            </a:avLst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2024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 of urgency or threats ("Act now or your account will be locked")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15184"/>
            <a:ext cx="201168" cy="201168"/>
          </a:xfrm>
          <a:prstGeom prst="rect">
            <a:avLst>
              <a:gd name="adj" fmla="val 100000"/>
            </a:avLst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42032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greetings like "Dear Customer" instead of your name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36976"/>
            <a:ext cx="201168" cy="201168"/>
          </a:xfrm>
          <a:prstGeom prst="rect">
            <a:avLst>
              <a:gd name="adj" fmla="val 100000"/>
            </a:avLst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163824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Mismatched or suspicious sender email address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858768"/>
            <a:ext cx="201168" cy="201168"/>
          </a:xfrm>
          <a:prstGeom prst="rect">
            <a:avLst>
              <a:gd name="adj" fmla="val 100000"/>
            </a:avLst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785616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that don't match the real company domain when hovered over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201168" cy="201168"/>
          </a:xfrm>
          <a:prstGeom prst="rect">
            <a:avLst>
              <a:gd name="adj" fmla="val 100000"/>
            </a:avLst>
          </a:prstGeom>
          <a:solidFill>
            <a:srgbClr val="E63946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40740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spelling, grammar, or unusual formatting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102352"/>
            <a:ext cx="201168" cy="201168"/>
          </a:xfrm>
          <a:prstGeom prst="rect">
            <a:avLst>
              <a:gd name="adj" fmla="val 100000"/>
            </a:avLst>
          </a:prstGeom>
          <a:solidFill>
            <a:srgbClr val="E63946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0292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Unexpected attachments, especially .zip or .exe files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724144"/>
            <a:ext cx="201168" cy="201168"/>
          </a:xfrm>
          <a:prstGeom prst="rect">
            <a:avLst>
              <a:gd name="adj" fmla="val 100000"/>
            </a:avLst>
          </a:prstGeom>
          <a:solidFill>
            <a:srgbClr val="E63946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5650992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for passwords, OTPs, or payment details via email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Awareness Training  |  CodeAlpha Cyber Security Internship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Engineering Tactics Attackers Use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280160" cy="54864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965960"/>
            <a:ext cx="3566160" cy="1371600"/>
          </a:xfrm>
          <a:prstGeom prst="rect">
            <a:avLst>
              <a:gd name="adj" fmla="val 5333"/>
            </a:avLst>
          </a:prstGeom>
          <a:solidFill>
            <a:srgbClr val="13254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756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Posing as a boss, bank, or government official to demand compliance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43400" y="1965960"/>
            <a:ext cx="3566160" cy="1371600"/>
          </a:xfrm>
          <a:prstGeom prst="rect">
            <a:avLst>
              <a:gd name="adj" fmla="val 5333"/>
            </a:avLst>
          </a:prstGeom>
          <a:solidFill>
            <a:srgbClr val="1325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20756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24688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time pressure so victims act before thinking carefully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38160" y="1965960"/>
            <a:ext cx="3566160" cy="1371600"/>
          </a:xfrm>
          <a:prstGeom prst="rect">
            <a:avLst>
              <a:gd name="adj" fmla="val 5333"/>
            </a:avLst>
          </a:prstGeom>
          <a:solidFill>
            <a:srgbClr val="132540"/>
          </a:solidFill>
          <a:ln/>
        </p:spPr>
      </p:sp>
      <p:sp>
        <p:nvSpPr>
          <p:cNvPr id="11" name="Text 9"/>
          <p:cNvSpPr/>
          <p:nvPr/>
        </p:nvSpPr>
        <p:spPr>
          <a:xfrm>
            <a:off x="8366760" y="20756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66760" y="24688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Threatening account suspension, fines, or legal trouble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3566160" cy="1371600"/>
          </a:xfrm>
          <a:prstGeom prst="rect">
            <a:avLst>
              <a:gd name="adj" fmla="val 5333"/>
            </a:avLst>
          </a:prstGeom>
          <a:solidFill>
            <a:srgbClr val="13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301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Familiarity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0233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Mimicking known contacts or brands to lower suspicion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43400" y="3520440"/>
            <a:ext cx="3566160" cy="1371600"/>
          </a:xfrm>
          <a:prstGeom prst="rect">
            <a:avLst>
              <a:gd name="adj" fmla="val 5333"/>
            </a:avLst>
          </a:prstGeom>
          <a:solidFill>
            <a:srgbClr val="1325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36301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Curiosity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40233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Enticing subject lines like "You've won" or "Invoice attached"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3520440"/>
            <a:ext cx="3566160" cy="1371600"/>
          </a:xfrm>
          <a:prstGeom prst="rect">
            <a:avLst>
              <a:gd name="adj" fmla="val 5333"/>
            </a:avLst>
          </a:prstGeom>
          <a:solidFill>
            <a:srgbClr val="132540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36301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Reciprocity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66760" y="40233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Offering a fake reward or refund to prompt quick action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Awareness Training  |  CodeAlpha Cyber Security Internship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 to Stay Safe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28016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0"/>
            <a:ext cx="5394960" cy="1234440"/>
          </a:xfrm>
          <a:prstGeom prst="rect">
            <a:avLst>
              <a:gd name="adj" fmla="val 5926"/>
            </a:avLst>
          </a:prstGeom>
          <a:solidFill>
            <a:srgbClr val="1629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21488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the sender's email address, not just the display name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0" y="2011680"/>
            <a:ext cx="5394960" cy="1234440"/>
          </a:xfrm>
          <a:prstGeom prst="rect">
            <a:avLst>
              <a:gd name="adj" fmla="val 5926"/>
            </a:avLst>
          </a:prstGeom>
          <a:solidFill>
            <a:srgbClr val="16294A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0" y="21488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over links to preview the real URL before clicking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5394960" cy="1234440"/>
          </a:xfrm>
          <a:prstGeom prst="rect">
            <a:avLst>
              <a:gd name="adj" fmla="val 5926"/>
            </a:avLst>
          </a:prstGeom>
          <a:solidFill>
            <a:srgbClr val="16294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611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80160" y="356616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share passwords or OTPs over email, call, or text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3429000"/>
            <a:ext cx="5394960" cy="1234440"/>
          </a:xfrm>
          <a:prstGeom prst="rect">
            <a:avLst>
              <a:gd name="adj" fmla="val 5926"/>
            </a:avLst>
          </a:prstGeom>
          <a:solidFill>
            <a:srgbClr val="16294A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3611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58000" y="356616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Two-Factor Authentication (2FA) on all important accounts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5394960" cy="1234440"/>
          </a:xfrm>
          <a:prstGeom prst="rect">
            <a:avLst>
              <a:gd name="adj" fmla="val 5926"/>
            </a:avLst>
          </a:prstGeom>
          <a:solidFill>
            <a:srgbClr val="16294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029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80160" y="498348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the company directly using official channels to confirm requests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4846320"/>
            <a:ext cx="5394960" cy="1234440"/>
          </a:xfrm>
          <a:prstGeom prst="rect">
            <a:avLst>
              <a:gd name="adj" fmla="val 5926"/>
            </a:avLst>
          </a:prstGeom>
          <a:solidFill>
            <a:srgbClr val="16294A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5029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58000" y="498348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suspicious emails to your IT/security team immediately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Awareness Training  |  CodeAlpha Cyber Security Internship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Example: Spot the Phishing Email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280160" cy="54864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737360"/>
            <a:ext cx="6675120" cy="4114800"/>
          </a:xfrm>
          <a:prstGeom prst="rect">
            <a:avLst>
              <a:gd name="adj" fmla="val 1333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37360"/>
            <a:ext cx="6675120" cy="50292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From: security-alert@bank-secure-verify.com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62179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Subject: URGENT: Your account will be suspended in 24 hours!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Dear Customer,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detected unusual activity on your account. Click below immediately to verify your identity or your account will be permanently locked.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Verify My Account Now 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to respond within 24 hours will result in suspension.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89520" y="1920240"/>
            <a:ext cx="164592" cy="164592"/>
          </a:xfrm>
          <a:prstGeom prst="rect">
            <a:avLst>
              <a:gd name="adj" fmla="val 100000"/>
            </a:avLst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0" y="181051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 domain, not the real bank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589520" y="2880360"/>
            <a:ext cx="164592" cy="164592"/>
          </a:xfrm>
          <a:prstGeom prst="rect">
            <a:avLst>
              <a:gd name="adj" fmla="val 100000"/>
            </a:avLst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0" y="277063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Manufactured urgency &amp; threat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589520" y="3840480"/>
            <a:ext cx="164592" cy="164592"/>
          </a:xfrm>
          <a:prstGeom prst="rect">
            <a:avLst>
              <a:gd name="adj" fmla="val 100000"/>
            </a:avLst>
          </a:prstGeom>
          <a:solidFill>
            <a:srgbClr val="E63946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373075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greeting - no real name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589520" y="4800600"/>
            <a:ext cx="164592" cy="164592"/>
          </a:xfrm>
          <a:prstGeom prst="rect">
            <a:avLst>
              <a:gd name="adj" fmla="val 100000"/>
            </a:avLst>
          </a:prstGeom>
          <a:solidFill>
            <a:srgbClr val="E63946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0" y="469087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 call-to-action button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Awareness Training  |  CodeAlpha Cyber Security Internship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Quiz: Test Yourself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28016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0"/>
            <a:ext cx="11064240" cy="914400"/>
          </a:xfrm>
          <a:prstGeom prst="rect">
            <a:avLst>
              <a:gd name="adj" fmla="val 8000"/>
            </a:avLst>
          </a:prstGeom>
          <a:solidFill>
            <a:srgbClr val="13254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031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An email urges you to click a link within 1 hour or lose your account. Legit or Phishing?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11064240" cy="914400"/>
          </a:xfrm>
          <a:prstGeom prst="rect">
            <a:avLst>
              <a:gd name="adj" fmla="val 8000"/>
            </a:avLst>
          </a:prstGeom>
          <a:solidFill>
            <a:srgbClr val="13254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A message greets you as "Dear Customer" and asks you to confirm your password. Safe to reply?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206240"/>
            <a:ext cx="11064240" cy="914400"/>
          </a:xfrm>
          <a:prstGeom prst="rect">
            <a:avLst>
              <a:gd name="adj" fmla="val 8000"/>
            </a:avLst>
          </a:prstGeom>
          <a:solidFill>
            <a:srgbClr val="13254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297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A sender's display name matches your bank, but the email domain looks unfamiliar. Trust it?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5303520"/>
            <a:ext cx="11064240" cy="914400"/>
          </a:xfrm>
          <a:prstGeom prst="rect">
            <a:avLst>
              <a:gd name="adj" fmla="val 8000"/>
            </a:avLst>
          </a:prstGeom>
          <a:solidFill>
            <a:srgbClr val="13254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5394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 You receive an unexpected invoice attachment (.zip) from an unknown sender. Should you open it?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(Answers: Phishing / No / No / No - always verify before acting!)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Awareness Training  |  CodeAlpha Cyber Security Internship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486400" cy="5486400"/>
          </a:xfrm>
          <a:prstGeom prst="ellipse">
            <a:avLst/>
          </a:prstGeom>
          <a:solidFill>
            <a:srgbClr val="1629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Alert. Stay Safe.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relies on human trust, not just technical tricks. Pause before you click, verify before you trust, and report before it spreads.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4389120"/>
            <a:ext cx="3108960" cy="5029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3891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2 - CodeAlpha Cyber Security Internship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Awareness Training  |  CodeAlpha Cyber Security Internship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2026-07-13T13:34:06Z</dcterms:created>
  <dcterms:modified xsi:type="dcterms:W3CDTF">2026-07-13T13:34:06Z</dcterms:modified>
</cp:coreProperties>
</file>